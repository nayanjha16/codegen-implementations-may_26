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201168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CAPSTONE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LoRA Fine-Tuning
Beats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93C5FD"/>
                </a:solidFill>
                <a:latin typeface="Segoe UI"/>
              </a:rPr>
              <a:t>CodeGen-350M · Spider Gold · 50 examples · 3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Text2SQL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SQL2NoSQL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749039"/>
            <a:ext cx="1691640" cy="43891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Segoe UI"/>
              </a:rPr>
              <a:t>Model: Salesforce/codegen-350M-multi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Best adapter: LoRA v3 (full TEND ~8k, r=32+FFN, 10 epochs)</a:t>
            </a:r>
          </a:p>
          <a:p>
            <a:r>
              <a:rPr sz="1300" b="0">
                <a:solidFill>
                  <a:srgbClr val="CBD5E1"/>
                </a:solidFill>
                <a:latin typeface="Segoe UI"/>
              </a:rPr>
              <a:t>Judge: gemma3:4b · Evaluated with live database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Zero-shot CodeGen struggles on real database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queries run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260604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73152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EXACT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0–4%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string-perfect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Baseline = same model with no LoRA adapter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We tested on 50 curated Spider gold examples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Success = generated query actually runs and returns correct results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Goal: show LoRA training improves all three pipeline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Training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Smoke test → full TEND → wider LoRA (v3)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No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4748B"/>
                </a:solidFill>
                <a:latin typeface="Segoe UI"/>
              </a:rPr>
              <a:t>14% /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196596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50 samples · smoke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97706"/>
                </a:solidFill>
                <a:latin typeface="Segoe UI"/>
              </a:rPr>
              <a:t>Pipeline check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417320"/>
            <a:ext cx="196596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~8k · r=16 · 5 epochs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B82F6"/>
                </a:solidFill>
                <a:latin typeface="Segoe UI"/>
              </a:rPr>
              <a:t>60% / 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417320"/>
            <a:ext cx="1965960" cy="2148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00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LoRA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Segoe UI"/>
              </a:rPr>
              <a:t>~8k · r=32+FFN · 10 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8892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9669"/>
                </a:solidFill>
                <a:latin typeface="Segoe UI"/>
              </a:rPr>
              <a:t>66% / 86%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Use v2/v3 for capstone numbers. v1 (n=5) only proves the evaluation pipeline 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LoRA v3 vs baseline on the same 50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TEXT2SQL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14% → 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+52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7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SQL2NOSQL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7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22% → 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7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+64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4173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59" y="1417320"/>
            <a:ext cx="73152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7" y="15819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Segoe UI"/>
              </a:rPr>
              <a:t>DOC QUALITY (JUDGE)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18745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8.33 → 8.82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Segoe UI"/>
              </a:rPr>
              <a:t>+0.49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520440"/>
          <a:ext cx="75895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371600"/>
                <a:gridCol w="155448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Training data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Text2SQL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SQL2NoSQL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Doc judge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8.33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LoRA 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Full TEND, r=16, 5 ep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60%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74%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8.41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LoRA v3 ★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Full TEND, r=32+FFN, 10 ep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66%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86%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40AF"/>
                          </a:solidFill>
                          <a:latin typeface="Segoe UI"/>
                        </a:rPr>
                        <a:t>8.82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Execution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Does the generated query run and return correct results?</a:t>
            </a:r>
          </a:p>
        </p:txBody>
      </p:sp>
      <p:pic>
        <p:nvPicPr>
          <p:cNvPr id="5" name="Picture 4" descr="00_improvement_execution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703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Baseline 14% Text2SQL → LoRA v3 66%. SQL2NoSQL jumps from 22% to 86%.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Exact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How often is the output identical to the gold answer?</a:t>
            </a:r>
          </a:p>
        </p:txBody>
      </p:sp>
      <p:pic>
        <p:nvPicPr>
          <p:cNvPr id="5" name="Picture 4" descr="00_improvement_exact_match_baseline_v1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703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Exact match was near zero for baseline; LoRA v3 reaches 48% (SQL) and 78% (NoSQL).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Documentation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LLM judge scores documentation on a 0–10 scale</a:t>
            </a:r>
          </a:p>
        </p:txBody>
      </p:sp>
      <p:pic>
        <p:nvPicPr>
          <p:cNvPr id="5" name="Picture 4" descr="00_improvement_doc_judge_baseline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45390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Documentation improves steadily but modestly — code tasks gain the most from LoRA.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Recommended model: LoRA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Deploy to Hugging Face Hub + Cloud Run</a:t>
            </a:r>
          </a:p>
        </p:txBody>
      </p:sp>
      <p:pic>
        <p:nvPicPr>
          <p:cNvPr id="5" name="Picture 4" descr="07_v3_baseline_vs_lor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29604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234440"/>
            <a:ext cx="2286000" cy="4434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execution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6712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exact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2549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Best doc judge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483864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Trained on full TEND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4223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✓  Production-ready 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Set manifest.yaml → checkpoint_version: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Baseline vs LoRA —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Paired evaluation on v2 and v3 (50 examples each)</a:t>
            </a:r>
          </a:p>
        </p:txBody>
      </p:sp>
      <p:pic>
        <p:nvPicPr>
          <p:cNvPr id="5" name="Picture 4" descr="01_execution_accuracy_baseline_vs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977639" cy="2228084"/>
          </a:xfrm>
          <a:prstGeom prst="rect">
            <a:avLst/>
          </a:prstGeom>
        </p:spPr>
      </p:pic>
      <p:pic>
        <p:nvPicPr>
          <p:cNvPr id="6" name="Picture 5" descr="02_exact_match_baseline_vs_l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43000"/>
            <a:ext cx="3977639" cy="23255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Optional: v1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Pipeline validation only — 5 examples, not for final metrics</a:t>
            </a:r>
          </a:p>
        </p:txBody>
      </p:sp>
      <p:pic>
        <p:nvPicPr>
          <p:cNvPr id="5" name="Picture 4" descr="06_v1_smoke_judge_corre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858000" cy="40120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806440"/>
            <a:ext cx="813816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Segoe UI"/>
              </a:rPr>
              <a:t>Insight: Mention v1 only to show the eval pipeline works early in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Segoe UI"/>
              </a:rPr>
              <a:t>What to say in your 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1.  LoRA clearly beats zero-shot CodeGen — the improvement is large and consistent.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2.  Biggest wins: SQL2NoSQL (22% → 86%) and exact match (4% → 78%).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3.  Documentation improves modestly; code generation benefits most from fine-tuning.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4.  LoRA capacity and schedule: v2 (r=16, 5 epochs) → v3 (r=32 + FFN, 10 epochs) on the same full TEND data.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Segoe UI"/>
              </a:rPr>
              <a:t>5.  Deploy LoRA v3 as the production adapter for the agent and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7800"/>
            <a:ext cx="813816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Recommendation → Promote LoRA v3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CodeGen LoRA · Spider Gold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