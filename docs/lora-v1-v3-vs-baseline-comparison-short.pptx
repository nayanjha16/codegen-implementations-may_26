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0" y="-1097280"/>
            <a:ext cx="4114800" cy="41148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94360"/>
            <a:ext cx="201168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CAPSTONE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LoRA Fine-Tuning
Beats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93C5FD"/>
                </a:solidFill>
                <a:latin typeface="Segoe UI"/>
              </a:rPr>
              <a:t>Executive summary · 5-minute 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49039"/>
            <a:ext cx="1691640" cy="43891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Text2SQL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3749039"/>
            <a:ext cx="1691640" cy="43891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3840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SQL2NoSQL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749039"/>
            <a:ext cx="1691640" cy="43891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840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720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Segoe UI"/>
              </a:rPr>
              <a:t>Model: Salesforce/codegen-350M-multi</a:t>
            </a:r>
          </a:p>
          <a:p>
            <a:r>
              <a:rPr sz="1300" b="0">
                <a:solidFill>
                  <a:srgbClr val="CBD5E1"/>
                </a:solidFill>
                <a:latin typeface="Segoe UI"/>
              </a:rPr>
              <a:t>Best adapter: LoRA v3 (~8,040 training samples)</a:t>
            </a:r>
          </a:p>
          <a:p>
            <a:r>
              <a:rPr sz="1300" b="0">
                <a:solidFill>
                  <a:srgbClr val="CBD5E1"/>
                </a:solidFill>
                <a:latin typeface="Segoe UI"/>
              </a:rPr>
              <a:t>Judge: gemma3:4b · Evaluated with live database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The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Zero-shot CodeGen struggles on real database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0604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73152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TEXT2SQL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14%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queries run correctly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60604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73152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SQL2NOSQL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queries run correctly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417320"/>
            <a:ext cx="260604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417320"/>
            <a:ext cx="73152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EXACT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0–4%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string-perfect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4612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Baseline = same model with no LoRA adapter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We tested on 50 curated Spider gold examples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Success = generated query actually runs and returns correct results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Goal: show LoRA training improves all three pipeline stages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Training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More data → better adapters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96596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No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4748B"/>
                </a:solidFill>
                <a:latin typeface="Segoe UI"/>
              </a:rPr>
              <a:t>14% / 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417320"/>
            <a:ext cx="196596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LoRA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50 samples · smoke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97706"/>
                </a:solidFill>
                <a:latin typeface="Segoe UI"/>
              </a:rPr>
              <a:t>Pipeline check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417320"/>
            <a:ext cx="1965960" cy="2148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LoRA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500 samples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B82F6"/>
                </a:solidFill>
                <a:latin typeface="Segoe UI"/>
              </a:rPr>
              <a:t>60% / 74%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417320"/>
            <a:ext cx="1965960" cy="2148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LoRA 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~8,040 samples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59669"/>
                </a:solidFill>
                <a:latin typeface="Segoe UI"/>
              </a:rPr>
              <a:t>66% / 86%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8620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776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Use v2/v3 for capstone numbers. v1 (n=5) only proves the evaluation pipeline works.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Main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Execution accuracy improves at every training stage</a:t>
            </a:r>
          </a:p>
        </p:txBody>
      </p:sp>
      <p:pic>
        <p:nvPicPr>
          <p:cNvPr id="5" name="Picture 4" descr="00_improvement_execution_baseline_v1_v2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8092440" cy="47037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Text2SQL: 14% → 66% · SQL2NoSQL: 22% → 86% with LoRA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Recommended model: LoRA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Deploy to Hugging Face Hub + Cloud Run</a:t>
            </a:r>
          </a:p>
        </p:txBody>
      </p:sp>
      <p:pic>
        <p:nvPicPr>
          <p:cNvPr id="5" name="Picture 4" descr="07_v3_baseline_vs_lora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669280" cy="29604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1234440"/>
            <a:ext cx="2286000" cy="4434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5087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Best execution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67128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Best exact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825496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Best doc judge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483864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Trained on full TEND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14223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Production-ready adapter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Set manifest.yaml → checkpoint_version: 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What to say in your capstone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1.  LoRA clearly beats zero-shot CodeGen — the improvement is large and consistent.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2.  Biggest wins: SQL2NoSQL (22% → 86%) and exact match (4% → 78%).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3.  Documentation improves modestly; code generation benefits most from fine-tuning.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4.  Training scale matters: v2 (500) → v3 (~8k) continues to improve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257800"/>
            <a:ext cx="813816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Recommendation → Promote LoRA v3 to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