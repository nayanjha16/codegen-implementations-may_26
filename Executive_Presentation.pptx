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 Generation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Multi-task Code Synthesis &amp; Agentic Pipeline</a:t>
            </a:r>
          </a:p>
          <a:p>
            <a:r>
              <a:t>Executive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High-Level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Developers spend significant time translating code across languages, writing boilerplate, and adding documentation manually.</a:t>
            </a:r>
          </a:p>
          <a:p>
            <a:r>
              <a:t>Solution: A multi-task code synthesis system built on a fine-tuned Qwen2.5-Coder-0.5B-Instruct model.</a:t>
            </a:r>
          </a:p>
          <a:p>
            <a:r>
              <a:t>Approach: A LangGraph-based agentic pipeline that routes, generates, executes, judges, and fixes code autonomously.</a:t>
            </a:r>
          </a:p>
          <a:p>
            <a:pPr/>
            <a:r>
              <a:t>Key Capabilities:</a:t>
            </a:r>
          </a:p>
          <a:p>
            <a:pPr lvl="1"/>
            <a:r>
              <a:t>Natural Language to Python (NL2Py)</a:t>
            </a:r>
          </a:p>
          <a:p>
            <a:pPr lvl="1"/>
            <a:r>
              <a:t>Java to Python Translation (Java2Py)</a:t>
            </a:r>
          </a:p>
          <a:p>
            <a:pPr lvl="1"/>
            <a:r>
              <a:t>Code to Documentation &amp; Commenting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unified multi-task model checkpoint handling 4 distinct code generation tasks.</a:t>
            </a:r>
          </a:p>
          <a:p>
            <a:r>
              <a:t>An Agentic Pipeline: NL / Java / pseudocode → Java → Python → Sandbox Execute → LLM Judge → Fix Loop.</a:t>
            </a:r>
          </a:p>
          <a:p>
            <a:r>
              <a:t>Interactive Interfaces: FastAPI backend and a Gradio web application deployed on Hugging Face Spaces.</a:t>
            </a:r>
          </a:p>
          <a:p>
            <a:pPr>
              <a:defRPr b="1">
                <a:solidFill>
                  <a:srgbClr val="0066CC"/>
                </a:solidFill>
              </a:defRPr>
            </a:pPr>
            <a:r>
              <a:t>[ Play Recorded Video Demo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LangGraph Agent Flow: Route → Retrieve (RAG) → Generate → Execute → Judge → Fix.</a:t>
            </a:r>
          </a:p>
          <a:p>
            <a:r>
              <a:t>Execution Sandbox: Dockerized environment for safe code execution and testing.</a:t>
            </a:r>
          </a:p>
          <a:p>
            <a:r>
              <a:t>Two-Stage LoRA Fine-Tuning:</a:t>
            </a:r>
          </a:p>
          <a:p>
            <a:pPr lvl="1"/>
            <a:r>
              <a:t>Stage 1: Specialize on Java to Python (AVATAR-TC).</a:t>
            </a:r>
          </a:p>
          <a:p>
            <a:pPr lvl="1"/>
            <a:r>
              <a:t>Stage 2: Multi-task learning (NL2Py, Code2Doc, Comments).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6400800" cy="39496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Specifications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Model: Qwen2.5-Coder-0.5B-Instruct (Parameter-efficient LoRA fine-tuning).</a:t>
            </a:r>
          </a:p>
          <a:p>
            <a:r>
              <a:t>Datasets:</a:t>
            </a:r>
          </a:p>
          <a:p>
            <a:pPr lvl="1"/>
            <a:r>
              <a:t>AVATAR-TC &amp; CoDocBench (Java to Python)</a:t>
            </a:r>
          </a:p>
          <a:p>
            <a:pPr lvl="1"/>
            <a:r>
              <a:t>MBPP (Natural Language to Python)</a:t>
            </a:r>
          </a:p>
          <a:p>
            <a:pPr lvl="1"/>
            <a:r>
              <a:t>DocuMint (Code to Documentation)</a:t>
            </a:r>
          </a:p>
          <a:p>
            <a:r>
              <a:t>Evaluation Metrics: BLEU, BERTScore, CodeBLEU, CodeBERTScore, and Sandbox Execution Accuracy.</a:t>
            </a:r>
          </a:p>
          <a:p>
            <a:r>
              <a:t>Inference: RAG pipeline integration and MPS/CUDA hardware acceleration.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Size: As a 0.5B parameter model, quality varies by task complexity and input length.</a:t>
            </a:r>
          </a:p>
          <a:p>
            <a:r>
              <a:t>Training Bias: Primarily trained on Python; Java translation quality relies heavily on training dataset coverage.</a:t>
            </a:r>
          </a:p>
          <a:p>
            <a:r>
              <a:t>Agentic Overhead: The execution and fix loop significantly improves accuracy but increases latency.</a:t>
            </a:r>
          </a:p>
          <a:p>
            <a:r>
              <a:t>Future Work: Scaling to larger models (e.g., 7B) and expanding the language support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