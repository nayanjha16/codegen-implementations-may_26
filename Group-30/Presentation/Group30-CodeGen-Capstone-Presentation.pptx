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IIIT HYDERABAD CAPSTONE PROJECT  —  GROUP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703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 dirty="0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>
              <a:rPr dirty="0"/>
            </a:br>
            <a:r>
              <a:rPr sz="1900" b="0" i="1" dirty="0">
                <a:solidFill>
                  <a:srgbClr val="C7D9E2"/>
                </a:solidFill>
                <a:latin typeface="Calibri"/>
              </a:rPr>
              <a:t>Natural Language → Python 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or C++, Python </a:t>
            </a:r>
            <a:r>
              <a:rPr sz="1900" b="0" i="1" dirty="0">
                <a:solidFill>
                  <a:srgbClr val="C7D9E2"/>
                </a:solidFill>
                <a:latin typeface="Calibri"/>
              </a:rPr>
              <a:t>→ C++,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Kihim Lohitha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Supervisor: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Prof. Anil Neelkanti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Mentors: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Pawan Baswani,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55F6E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3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 dirty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and Python to C++ translation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— demonstrating a path to extend code-generation support to languages an LLM was not originally trained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345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Baseline accuracy for NL → 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and Python → C++ generation using Qwen2.5-Coder-7B-Instruct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fine-tuning in two phases: NL → PL1 (Python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) and PL1 → PL2 (Python 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-&gt;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C++)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 </a:t>
            </a:r>
            <a:r>
              <a:rPr lang="en-US" sz="1300" dirty="0">
                <a:solidFill>
                  <a:srgbClr val="1A1F2B"/>
                </a:solidFill>
              </a:rPr>
              <a:t>PL1-&gt; PL2. PL1-&gt; Documentation-&gt; PL2 Code -&gt; Translate to PL1 -&gt; Compare with ground truth PL1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Evaluation via AST similarity +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+ LLM-as-judge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Text interface for PL → PL — paste Python, convert directly to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task-detection — LLM classifier routes input to the correct LoRA adapter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Delivered as a live, voice-enabled Gradio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SingletonMeta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Every heavyweight component —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QwenModelBase, CodeDocumentationGenerator, QwenCodeGenerator, LLMJudge, AST, GraphCodeBERTScorer, FilteredDataset, BaselineData — is implemented as a singleton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BaselineData orchestrates the full workflow: loads/unloads models, runs baseline + validation, computes summary statistics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 (HuggingFace) — deduplicated Python &amp; C++ source files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bigcode/the-stack-dedup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hexsha (id), content (code), lang, max_stars_count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Fields used: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Streamed, filtered to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Streaming from HuggingFace on every pass is slow — caching gives instant reloads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Dataset Split (equal thirds)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9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167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Language split: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84 Python  /  83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741260"/>
              </p:ext>
            </p:extLst>
          </p:nvPr>
        </p:nvGraphicFramePr>
        <p:xfrm>
          <a:off x="502920" y="1325880"/>
          <a:ext cx="11201400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6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LoRA  (r=16, α=32)  +  4-bit NF4 quantization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Two adapters: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NL→Python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/C++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,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Python→C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++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microsoft/graphcodebert-base</a:t>
                      </a:r>
                    </a:p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PeftModel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hot-swapped at inference time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Qwen model scores generated C++ code 0–1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LLM-as-judge: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Tokenizer is shared from the base model — not bundled inside each LoRA adapter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Python → C++ — paste Python, get an equivalent C++ implementation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Gradio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Built with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shareable public web URL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Runs on Google Colab with T4 / L4 GPU acceleration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59936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Qwen2.5-Coder scores generated C++ (0–1) against documentation + reference before it is accepted for Python back-translation; quality threshold = 0.3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3 times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Each generation step (documentation, code, PL1→PL2) is repeated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; the highest-scoring attempt is retained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compute_summary() aggregates results by language (Python / C++) and by phase (NL→PL, 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BASELINE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Results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Records Processed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0.7250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NL → PL Avg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0.9127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GraphCodeBERT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0.5374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AST Similarity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834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Baseline Summary (n=167)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3200400"/>
          <a:ext cx="553211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0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Python records (n=84)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0.7357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C++ records (n=83)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0.7142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AST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0.5374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GraphCodeBERTScore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0.9127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PL1 → PL2 round-trip (n=83)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0.6857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309360" y="283464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Reading the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349240" cy="1649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meaning-equivalent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High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(0.91) vs. lower AST score (0.54) → generated code is often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structurally divergent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from ground truth (different idioms / formatting)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Python (0.7357) and C++ (0.7142) NL→PL scores are close — base model generalizes reasonably across both languages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Round-trip NL→PL1→PL2 (0.6857) is lower than single-hop NL→PL, as expected — errors compound across two generation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4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4-bit quantization (BitsAndBytes) cut usage from ~14 GB to ~4 GB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Fine-tuning still hit a hard OOM ceiling — only ~33 records could be processed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Cache-clearing + garbage collection helped marginally; no complete fix found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logic_correct / edge_cases / verdict, plus a 0–1 score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Curate a parallel Python–C++ dataset with shared intent/documentation for more reliable PL1→PL2 evaluation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Add execution-based validation — auto-generate test cases and run code in a sandbox to confirm functional equivalence, not just similarity scores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Scale baseline &amp; validation runs to the full dataset once GPU memory/fragmentation issues are resolved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Tune the relative weighting of AST, </a:t>
            </a:r>
            <a:r>
              <a:rPr sz="15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, and execution accuracy in the final accuracy metric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Text-to-speech readout of generated documentation — extends the voice stretch goal end-to-end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Extend beyond Python/C++ to lower-resource, legacy languages (e.g. Ada95) — real-world need given shrinking specialist workforces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 dirty="0" err="1">
                <a:solidFill>
                  <a:srgbClr val="555F6E"/>
                </a:solidFill>
                <a:latin typeface="Calibri"/>
              </a:rPr>
              <a:t>CodeGen</a:t>
            </a:r>
            <a:r>
              <a:rPr sz="1200" b="0" i="1" dirty="0">
                <a:solidFill>
                  <a:srgbClr val="555F6E"/>
                </a:solidFill>
                <a:latin typeface="Calibri"/>
              </a:rPr>
              <a:t>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1669</Words>
  <Application>Microsoft Office PowerPoint</Application>
  <PresentationFormat>Widescreen</PresentationFormat>
  <Paragraphs>208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Tripathi, Taran (IND)</cp:lastModifiedBy>
  <cp:revision>3</cp:revision>
  <dcterms:created xsi:type="dcterms:W3CDTF">2013-01-27T09:14:16Z</dcterms:created>
  <dcterms:modified xsi:type="dcterms:W3CDTF">2026-07-05T06:18:08Z</dcterms:modified>
  <cp:category/>
</cp:coreProperties>
</file>