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amZ+A4G2lfSoTrKG3bVZo/0lf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Screenshot 2026-07-04 at 10.52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450" y="8214125"/>
            <a:ext cx="5502099" cy="3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 title="Screenshot 2026-07-04 at 10.54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6601" y="6686876"/>
            <a:ext cx="4639176" cy="2091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