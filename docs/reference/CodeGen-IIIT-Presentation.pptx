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95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morning/afternoon. I am presenting CodeGen — small code language models on a multi-stage database workflow: question to SQL, SQL to MongoDB, MongoDB to documentation.</a:t>
            </a:r>
          </a:p>
          <a:p>
            <a:endParaRPr/>
          </a:p>
          <a:p>
            <a:r>
              <a:t>This is a reproducible research pipeline, not a demo app. We compare baseline and LoRA fairly using the same prompts, metrics, and evaluation set.</a:t>
            </a:r>
          </a:p>
          <a:p>
            <a:endParaRPr/>
          </a:p>
          <a:p>
            <a:r>
              <a:t>Base model: CodeGen-350M. Dataset: TEND from Hugging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Motivation: many projects optimize text-to-SQL alone. We chain three tasks.</a:t>
            </a:r>
          </a:p>
          <a:p>
            <a:endParaRPr/>
          </a:p>
          <a:p>
            <a:r>
              <a:t>LoRA gives three swappable adapters. Prompt parity is critical.</a:t>
            </a:r>
          </a:p>
          <a:p>
            <a:endParaRPr/>
          </a:p>
          <a:p>
            <a:r>
              <a:t>Three research questions on coverage, stage-wise gains, and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Sequential pipeline; one adapter per task at eval time.</a:t>
            </a:r>
          </a:p>
          <a:p>
            <a:endParaRPr/>
          </a:p>
          <a:p>
            <a:r>
              <a:t>Layered src/ design. ~10,697 TEND train rows; frozen 50-example validation.</a:t>
            </a:r>
          </a:p>
          <a:p>
            <a:endParaRPr/>
          </a:p>
          <a:p>
            <a:r>
              <a:t>Judge: Ollama with Hugging Face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SFT with completion-only loss. One adapter per task.</a:t>
            </a:r>
          </a:p>
          <a:p>
            <a:endParaRPr/>
          </a:p>
          <a:p>
            <a:r>
              <a:t>Multi-metric eval; semantic judge is primary qualitative metric.</a:t>
            </a:r>
          </a:p>
          <a:p>
            <a:endParaRPr/>
          </a:p>
          <a:p>
            <a:r>
              <a:t>Execution accuracy pending Spider DB 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Headline: LoRA beats baseline on all three tasks by judge rate.</a:t>
            </a:r>
          </a:p>
          <a:p>
            <a:endParaRPr/>
          </a:p>
          <a:p>
            <a:r>
              <a:t>Biggest structural gain: sql2nosql syntax 26% to 98%.</a:t>
            </a:r>
          </a:p>
          <a:p>
            <a:endParaRPr/>
          </a:p>
          <a:p>
            <a:r>
              <a:t>Be transparent: smoke-trained adapters — full 10k training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engineering complete; scale is the main gap.</a:t>
            </a:r>
          </a:p>
          <a:p>
            <a:endParaRPr/>
          </a:p>
          <a:p>
            <a:r>
              <a:t>IIIT collaboration: GPU full training, replication, ablations.</a:t>
            </a:r>
          </a:p>
          <a:p>
            <a:endParaRPr/>
          </a:p>
          <a:p>
            <a:r>
              <a:t>Thank you —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4754880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CodeGen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06040"/>
            <a:ext cx="3840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0">
                <a:solidFill>
                  <a:srgbClr val="CCFBF1"/>
                </a:solidFill>
                <a:latin typeface="Segoe UI"/>
              </a:defRPr>
            </a:pPr>
            <a:r>
              <a:t>Evaluating &amp; Fine-Tuning</a:t>
            </a:r>
            <a:br/>
            <a:r>
              <a:t>Small Code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0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  <a:latin typeface="Segoe UI"/>
              </a:defRPr>
            </a:pPr>
            <a:r>
              <a:t>Three-Stage Database Query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73152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Segoe UI"/>
              </a:defRPr>
            </a:pPr>
            <a:r>
              <a:rPr dirty="0"/>
              <a:t>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743200"/>
            <a:ext cx="1325880" cy="10058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3035808"/>
            <a:ext cx="1325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Natural Language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75120" y="3090672"/>
            <a:ext cx="320040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40880" y="2743200"/>
            <a:ext cx="1325880" cy="1005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3035808"/>
            <a:ext cx="1325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SQL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12480" y="3090672"/>
            <a:ext cx="320040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78240" y="2743200"/>
            <a:ext cx="1325880" cy="10058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3035808"/>
            <a:ext cx="1325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MongoDB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149840" y="3090672"/>
            <a:ext cx="320040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0" y="2743200"/>
            <a:ext cx="1325880" cy="10058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0" y="3035808"/>
            <a:ext cx="1325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4114800"/>
            <a:ext cx="6217920" cy="13716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429768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Segoe UI"/>
              </a:defRPr>
            </a:pPr>
            <a:r>
              <a:t>Research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709160"/>
            <a:ext cx="5760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LoRA adapters on CodeGen-350M · TEND dataset (Spider + BIRD) · Reproducible baseline vs fine-tuned 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CodeGen  ·  IIIT Faculty Presentation  · 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Research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Segoe UI"/>
              </a:defRPr>
            </a:pPr>
            <a:r>
              <a:t>Why a three-stage pipeline with LoRA?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Multi-stage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Production systems need SQL, NoSQL, and human-readable docs — not text2sql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94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Cost of full 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LoRA (PEFT) trains ~0.55% of parameters — feasible on university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5394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Later stages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Zero-shot models struggle on sql2nosql and documentation without task adapters.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394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Fair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Same PromptBuilder at train and eval time; shared BenchmarkRunner.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11064240" cy="7772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Research questions:  (1) Does LoRA improve all three stages?  (2) Which stage gains most?  (3) Is the pipeline reproducible?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CodeGen  ·  IIIT Faculty Presentation  ·  July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Segoe UI"/>
              </a:defRPr>
            </a:pPr>
            <a:r>
              <a:t>Modular pipeline · one LoRA adapter per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4389120" cy="1234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  Text-to-SQL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FBF1"/>
                </a:solidFill>
                <a:latin typeface="Segoe UI"/>
              </a:defRPr>
            </a:pPr>
            <a:r>
              <a:t>Question + schema →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4389120" cy="12344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  SQL → 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FBF1"/>
                </a:solidFill>
                <a:latin typeface="Segoe UI"/>
              </a:defRPr>
            </a:pPr>
            <a:r>
              <a:t>SQL + Mongo schema → shell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4389120" cy="12344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 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FBF1"/>
                </a:solidFill>
                <a:latin typeface="Segoe UI"/>
              </a:defRPr>
            </a:pPr>
            <a:r>
              <a:t>Mongo query → plain-English doc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600200"/>
            <a:ext cx="60350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0" y="1783080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models/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194560"/>
            <a:ext cx="5577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Base LM + LoRA injection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715768"/>
            <a:ext cx="60350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2898648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training/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310128"/>
            <a:ext cx="5577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SFT builder · TRL · LoRA config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3831336"/>
            <a:ext cx="60350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0" y="4014216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evaluation/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425696"/>
            <a:ext cx="5577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Metrics · MLflow · semantic judge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4946904"/>
            <a:ext cx="60350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5129784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datasets/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541264"/>
            <a:ext cx="5577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TEND · 50-example gold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5532120"/>
            <a:ext cx="6035040" cy="685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15000" y="5650992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Segoe UI"/>
              </a:defRPr>
            </a:pPr>
            <a:r>
              <a:t>Workflow:  Setup → Pre-flight → Baseline → LoRA train → Eval → Compare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CodeGen  ·  IIIT Faculty Presentation  ·  July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Segoe UI"/>
              </a:defRPr>
            </a:pPr>
            <a:r>
              <a:t>LoRA fine-tuning · rigorous evaluation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350M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Base model</a:t>
            </a:r>
            <a:br/>
            <a:r>
              <a:t>CodeGen-multi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7830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0.55%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Trainable params</a:t>
            </a:r>
            <a:br/>
            <a:r>
              <a:t>~1.97M of 359M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7830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2316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Token budget</a:t>
            </a:r>
            <a:br/>
            <a:r>
              <a:t>completion-only loss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410712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3375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334155"/>
                </a:solidFill>
                <a:latin typeface="Segoe UI"/>
              </a:defRPr>
            </a:pPr>
            <a:r>
              <a:t>Three separate LoRA adapters: text2sql · sql2nosql · nosql2doc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6908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995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334155"/>
                </a:solidFill>
                <a:latin typeface="Segoe UI"/>
              </a:defRPr>
            </a:pPr>
            <a:r>
              <a:t>LoRA config: r=16, α=32, dropout 0.05 · targets qkv_proj, out_proj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27448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334155"/>
                </a:solidFill>
                <a:latin typeface="Segoe UI"/>
              </a:defRPr>
            </a:pPr>
            <a:r>
              <a:t>Metrics: Exact Match · Syntax · BLEU · ROUGE-L · BERTScore · CodeBLEU · Semantic judge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385816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312664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334155"/>
                </a:solidFill>
                <a:latin typeface="Segoe UI"/>
              </a:defRPr>
            </a:pPr>
            <a:r>
              <a:t>Protocol: Baseline (no adapter) vs LoRA v1 on identical 50 gold validation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CodeGen  ·  IIIT Faculty Presentation  ·  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Segoe UI"/>
              </a:defRPr>
            </a:pPr>
            <a:r>
              <a:t>Baseline vs LoRA v1 · n=50 · judge gemma3:4b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661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Text-to-SQL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566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64748B"/>
                </a:solidFill>
                <a:latin typeface="Segoe UI"/>
              </a:defRPr>
            </a:pPr>
            <a:r>
              <a:t>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LoRA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A580C"/>
                </a:solidFill>
                <a:latin typeface="Segoe UI"/>
              </a:defRPr>
            </a:pPr>
            <a:r>
              <a:t>+16 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9164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1691640"/>
            <a:ext cx="356616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1755648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SQL → 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317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06040"/>
            <a:ext cx="3566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64748B"/>
                </a:solidFill>
                <a:latin typeface="Segoe UI"/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461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LoRA 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2044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1E3A5F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43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A580C"/>
                </a:solidFill>
                <a:latin typeface="Segoe UI"/>
              </a:defRPr>
            </a:pPr>
            <a:r>
              <a:t>+32 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69164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83880" y="1691640"/>
            <a:ext cx="35661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1755648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317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606040"/>
            <a:ext cx="3566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64748B"/>
                </a:solidFill>
                <a:latin typeface="Segoe UI"/>
              </a:defRPr>
            </a:pPr>
            <a:r>
              <a:t>24%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2461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LoRA v1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52044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59669"/>
                </a:solidFill>
                <a:latin typeface="Segoe UI"/>
              </a:defRPr>
            </a:pPr>
            <a:r>
              <a:t>56%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343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A580C"/>
                </a:solidFill>
                <a:latin typeface="Segoe UI"/>
              </a:defRPr>
            </a:pPr>
            <a:r>
              <a:t>+32 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166360"/>
            <a:ext cx="1097280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32180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Note: LoRA v1 used smoke training (50 rows, 5 epochs) — pipeline validation, not full corpus. Syntax validity: sql2nosql 26% → 98%.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CodeGen  ·  IIIT Faculty Presentation  ·  July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Status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Segoe UI"/>
              </a:defRPr>
            </a:pPr>
            <a:r>
              <a:t>Ready for full-scale experiments with IIIT collaboration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334155"/>
                </a:solidFill>
                <a:latin typeface="Segoe UI"/>
              </a:defRPr>
            </a:pPr>
            <a:r>
              <a:t>✓   Research &amp;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7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334155"/>
                </a:solidFill>
                <a:latin typeface="Segoe UI"/>
              </a:defRPr>
            </a:pPr>
            <a:r>
              <a:t>✓   LoRA pipeline (Stages 1–5)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25495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334155"/>
                </a:solidFill>
                <a:latin typeface="Segoe UI"/>
              </a:defRPr>
            </a:pPr>
            <a:r>
              <a:t>✓   Eval integration (--adapter-run)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00983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334155"/>
                </a:solidFill>
                <a:latin typeface="Segoe UI"/>
              </a:defRPr>
            </a:pPr>
            <a:r>
              <a:t>✓   TENDv2 chunked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A580C"/>
                </a:solidFill>
                <a:latin typeface="Segoe UI"/>
              </a:defRPr>
            </a:pPr>
            <a: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334155"/>
                </a:solidFill>
                <a:latin typeface="Segoe UI"/>
              </a:defRPr>
            </a:pPr>
            <a:r>
              <a:t>○   Full-corpus LoRA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6460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334155"/>
                </a:solidFill>
                <a:latin typeface="Segoe UI"/>
              </a:defRPr>
            </a:pPr>
            <a:r>
              <a:t>○   Execution accuracy (Spider DBs)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463040"/>
            <a:ext cx="5760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164592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Future work with IIIT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057400"/>
            <a:ext cx="530352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Segoe UI"/>
              </a:defRPr>
            </a:pPr>
            <a:r>
              <a:t>• Full LoRA on 10,697 TEND train rows</a:t>
            </a:r>
            <a:br/>
            <a:r>
              <a:t>• Wire Spider SQLite for execution accuracy</a:t>
            </a:r>
            <a:br/>
            <a:r>
              <a:t>• Ablation: LoRA rank &amp; base model size</a:t>
            </a:r>
            <a:br/>
            <a:r>
              <a:t>• Cascade error analysis across stages</a:t>
            </a:r>
            <a:br/>
            <a:r>
              <a:t>• Publish reproducible benchmark package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1097280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742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Thank you  ·  Questions welcome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CodeGen  ·  IIIT Faculty Presentation  · 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789</Words>
  <Application>Microsoft Office PowerPoint</Application>
  <PresentationFormat>Widescreen</PresentationFormat>
  <Paragraphs>126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Account South West Airlines</cp:lastModifiedBy>
  <cp:revision>2</cp:revision>
  <dcterms:created xsi:type="dcterms:W3CDTF">2013-01-27T09:14:16Z</dcterms:created>
  <dcterms:modified xsi:type="dcterms:W3CDTF">2026-07-05T00:39:45Z</dcterms:modified>
  <cp:category/>
</cp:coreProperties>
</file>